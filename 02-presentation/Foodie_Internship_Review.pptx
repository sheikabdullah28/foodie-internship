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9449f02-d424-a274-77c1-6af864df191c}">
          <p14:sldIdLst>
            <p14:sldId id="256"/>
          </p14:sldIdLst>
        </p14:section>
        <p14:section name="Company" id="{f6963cd2-5975-5384-cf01-48368fa8ec56}">
          <p14:sldIdLst>
            <p14:sldId id="257"/>
          </p14:sldIdLst>
        </p14:section>
        <p14:section name="Project" id="{0c959418-173a-d717-2b5a-9525b0ad339d}">
          <p14:sldIdLst>
            <p14:sldId id="258"/>
          </p14:sldIdLst>
        </p14:section>
        <p14:section name="Method" id="{1b0280b4-98e2-075a-7d88-ff7323c5a99a}">
          <p14:sldIdLst>
            <p14:sldId id="259"/>
          </p14:sldIdLst>
        </p14:section>
        <p14:section name="Design" id="{c0ad98e4-5633-67d9-c11c-4064972b1d88}">
          <p14:sldIdLst>
            <p14:sldId id="260"/>
            <p14:sldId id="261"/>
          </p14:sldIdLst>
        </p14:section>
        <p14:section name="Design" id="{1df35f78-aaf3-1c35-af66-acce0eff50fd}">
          <p14:sldIdLst/>
        </p14:section>
        <p14:section name="Output" id="{d374fee4-20ae-a56b-42ce-638eeb20bc09}">
          <p14:sldIdLst>
            <p14:sldId id="262"/>
            <p14:sldId id="263"/>
          </p14:sldIdLst>
        </p14:section>
        <p14:section name="Output" id="{0e1aafcc-7e62-c967-5e91-f1eb86a5bdbc}">
          <p14:sldIdLst/>
        </p14:section>
        <p14:section name="Results" id="{2d109ed4-4da5-f21c-d88b-508ae54345d5}">
          <p14:sldIdLst>
            <p14:sldId id="264"/>
          </p14:sldIdLst>
        </p14:section>
        <p14:section name="End" id="{f1580f3e-46a0-36ac-ddc3-5085f9f2307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Sheik Abdullah, 7th semester IT, UCE BIT Campus. I did my UI/UX internship at Media Wave Technology, Trichy, and designed a food delivery web app called Foodie.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Wave is a Trichy based software company. I worked in the UI/UX domain for 30 days and handled the full design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competitor analysis showed four main pain points. Foodie answers each with a clear stage: discover, choose, pay,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followed the 7 stage Design Thinking process. Research covered students, professionals and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ordering journey. Order confirmation comes after payment, then tracking until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Figma was the main tool. One design system kept all screens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Landing, home dashboard, categories and restaurant listing. Search and categories are at the top for quick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Offers, featured dishes with quick add, orders with reorder and tracking, and profile with addresses and payment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core test cases passed. The design simplified the ordering journey. Future scope covers backend, live tracking, recommendations and mobile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D94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E3D0"/>
                </a:solidFill>
              </a:rPr>
              <a:t>INTERNSHIP REVIEW  |  IT3711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54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Foodie – Food Delivery Web Application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UI/UX Design Internship at Media Wave Technology, Tiruchirappalli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3D0"/>
                </a:solidFill>
              </a:rPr>
              <a:t>A Sheik Abdullah  ·  810023205306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3D0"/>
                </a:solidFill>
              </a:rPr>
              <a:t>B.Tech Information Technology, 7th Semester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188720"/>
            <a:ext cx="3108960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80160"/>
            <a:ext cx="292608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and my role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Media Wave Technology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Software company in Tiruchirappalli serving businesses, institutions and startups.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Services: web &amp; mobile apps, UI/UX design, digital marketing, testing &amp; QA, cloud solutions.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My domain: UI/UX Design (15 Jun – 15 Jul 2026)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My role and responsibilities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User research &amp; competitor study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Personas, journey map, user 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Wireframes and design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High-fidelity screens in Figma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Interactive prototype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Usability testing &amp;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Problem in existing apps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Complicated navigation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Long, unclear checkout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Poor search and filters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Unclear order tracking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2880360"/>
            <a:ext cx="365760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Foodie solution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Discover: search, categories, offers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Choose: image-led food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Pay: UPI, card, net banking, COD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Track: status and ETA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A12"/>
                </a:solidFill>
              </a:rPr>
              <a:t>• Wishlist, reorder,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and user research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Empathize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508760"/>
            <a:ext cx="502920" cy="0"/>
          </a:xfrm>
          <a:prstGeom prst="line">
            <a:avLst/>
          </a:prstGeom>
          <a:noFill/>
          <a:ln w="25400">
            <a:solidFill>
              <a:srgbClr val="F5A25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65960" y="1234440"/>
            <a:ext cx="548640" cy="548640"/>
          </a:xfrm>
          <a:prstGeom prst="ellipse">
            <a:avLst/>
          </a:prstGeom>
          <a:solidFill>
            <a:srgbClr val="B93A0B"/>
          </a:solidFill>
          <a:ln w="12700">
            <a:solidFill>
              <a:srgbClr val="B93A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Define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502920" cy="0"/>
          </a:xfrm>
          <a:prstGeom prst="line">
            <a:avLst/>
          </a:prstGeom>
          <a:noFill/>
          <a:ln w="25400">
            <a:solidFill>
              <a:srgbClr val="F5A25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123444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546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Ideate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1508760"/>
            <a:ext cx="502920" cy="0"/>
          </a:xfrm>
          <a:prstGeom prst="line">
            <a:avLst/>
          </a:prstGeom>
          <a:noFill/>
          <a:ln w="25400">
            <a:solidFill>
              <a:srgbClr val="F5A25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1234440"/>
            <a:ext cx="548640" cy="548640"/>
          </a:xfrm>
          <a:prstGeom prst="ellipse">
            <a:avLst/>
          </a:prstGeom>
          <a:solidFill>
            <a:srgbClr val="B93A0B"/>
          </a:solidFill>
          <a:ln w="12700">
            <a:solidFill>
              <a:srgbClr val="B93A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Wireframe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508760"/>
            <a:ext cx="502920" cy="0"/>
          </a:xfrm>
          <a:prstGeom prst="line">
            <a:avLst/>
          </a:prstGeom>
          <a:noFill/>
          <a:ln w="25400">
            <a:solidFill>
              <a:srgbClr val="F5A25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32120" y="123444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Visual Design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02920" cy="0"/>
          </a:xfrm>
          <a:prstGeom prst="line">
            <a:avLst/>
          </a:prstGeom>
          <a:noFill/>
          <a:ln w="25400">
            <a:solidFill>
              <a:srgbClr val="F5A25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20840" y="1234440"/>
            <a:ext cx="548640" cy="548640"/>
          </a:xfrm>
          <a:prstGeom prst="ellipse">
            <a:avLst/>
          </a:prstGeom>
          <a:solidFill>
            <a:srgbClr val="B93A0B"/>
          </a:solidFill>
          <a:ln w="12700">
            <a:solidFill>
              <a:srgbClr val="B93A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Prototype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1508760"/>
            <a:ext cx="502920" cy="0"/>
          </a:xfrm>
          <a:prstGeom prst="line">
            <a:avLst/>
          </a:prstGeom>
          <a:noFill/>
          <a:ln w="25400">
            <a:solidFill>
              <a:srgbClr val="F5A25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09560" y="123444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95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Test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24688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Research methods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29718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Online survey and interviews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Observation of existing apps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Competitor analysis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24688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84632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Personas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29718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College student: quick, simple ordering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Working professional: speed, tracking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flow: login to delivery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 w="12700">
            <a:solidFill>
              <a:srgbClr val="F5A25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Login / Register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12848" y="1965960"/>
            <a:ext cx="329184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5544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 w="12700">
            <a:solidFill>
              <a:srgbClr val="F5A25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Home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965960"/>
            <a:ext cx="329184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 w="12700">
            <a:solidFill>
              <a:srgbClr val="F5A25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Search / Categories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19088" y="1965960"/>
            <a:ext cx="329184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15544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 w="12700">
            <a:solidFill>
              <a:srgbClr val="F5A25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412"/>
                </a:solidFill>
              </a:rPr>
              <a:t>Restaurant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720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Food Details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12848" y="3337560"/>
            <a:ext cx="329184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56032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56032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5968" y="3337560"/>
            <a:ext cx="329184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6344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6344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19088" y="3337560"/>
            <a:ext cx="329184" cy="0"/>
          </a:xfrm>
          <a:prstGeom prst="line">
            <a:avLst/>
          </a:prstGeom>
          <a:noFill/>
          <a:ln w="25400">
            <a:solidFill>
              <a:srgbClr val="7A4A3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76656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Track Order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4A32"/>
                </a:solidFill>
              </a:rPr>
              <a:t>Support layer: Research → Persona → Journey → Wireframe → Design System → Hi-Fi UI → Prototype →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design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Tools used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Figma: design, components, prototype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Stitch AI: initial layout ideas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HTML5, CSS3, JavaScript: understanding structure and behavior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• Google Fonts, Material Icons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26B21"/>
          </a:solidFill>
          <a:ln w="12700">
            <a:solidFill>
              <a:srgbClr val="E8E1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21945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Primary orange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2801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21945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White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2801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B93A0B"/>
          </a:solidFill>
          <a:ln w="12700">
            <a:solidFill>
              <a:srgbClr val="E8E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1945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Deep orange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2B1A12"/>
          </a:solidFill>
          <a:ln w="12700">
            <a:solidFill>
              <a:srgbClr val="E8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21945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Dark text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412"/>
                </a:solidFill>
              </a:rPr>
              <a:t>Poppins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474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Rounded cards and buttons, reusable components, consistent spacing, responsive layouts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screens: discovery</a:t>
            </a:r>
            <a:endParaRPr lang="en-US" sz="3000" dirty="0"/>
          </a:p>
        </p:txBody>
      </p:sp>
      <p:pic>
        <p:nvPicPr>
          <p:cNvPr id="3" name="Image 0" descr="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67428"/>
            <a:ext cx="1920240" cy="153442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Landing</a:t>
            </a:r>
            <a:endParaRPr lang="en-US" sz="1000" dirty="0"/>
          </a:p>
        </p:txBody>
      </p:sp>
      <p:pic>
        <p:nvPicPr>
          <p:cNvPr id="5" name="Image 1" descr="home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55210"/>
            <a:ext cx="1920240" cy="29588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25603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Home</a:t>
            </a:r>
            <a:endParaRPr lang="en-US" sz="1000" dirty="0"/>
          </a:p>
        </p:txBody>
      </p:sp>
      <p:pic>
        <p:nvPicPr>
          <p:cNvPr id="7" name="Image 2" descr="c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68780"/>
            <a:ext cx="1920240" cy="2331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6634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Categories</a:t>
            </a:r>
            <a:endParaRPr lang="en-US" sz="1000" dirty="0"/>
          </a:p>
        </p:txBody>
      </p:sp>
      <p:pic>
        <p:nvPicPr>
          <p:cNvPr id="9" name="Image 3" descr="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28087"/>
            <a:ext cx="1920240" cy="281310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7665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Popular restaurants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screens: offers, orders, profile</a:t>
            </a:r>
            <a:endParaRPr lang="en-US" sz="3000" dirty="0"/>
          </a:p>
        </p:txBody>
      </p:sp>
      <p:pic>
        <p:nvPicPr>
          <p:cNvPr id="3" name="Image 0" descr="off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23" y="1234440"/>
            <a:ext cx="1835194" cy="3200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Best offers</a:t>
            </a:r>
            <a:endParaRPr lang="en-US" sz="1000" dirty="0"/>
          </a:p>
        </p:txBody>
      </p:sp>
      <p:pic>
        <p:nvPicPr>
          <p:cNvPr id="5" name="Image 1" descr="f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36265"/>
            <a:ext cx="1920240" cy="319675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25603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Featured dishes</a:t>
            </a:r>
            <a:endParaRPr lang="en-US" sz="1000" dirty="0"/>
          </a:p>
        </p:txBody>
      </p:sp>
      <p:pic>
        <p:nvPicPr>
          <p:cNvPr id="7" name="Image 2" descr="or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14051"/>
            <a:ext cx="1920240" cy="224117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6634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My orders</a:t>
            </a:r>
            <a:endParaRPr lang="en-US" sz="1000" dirty="0"/>
          </a:p>
        </p:txBody>
      </p:sp>
      <p:pic>
        <p:nvPicPr>
          <p:cNvPr id="9" name="Image 3" descr="pro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60" y="1234440"/>
            <a:ext cx="1737441" cy="3200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7665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32"/>
                </a:solidFill>
              </a:rPr>
              <a:t>Profile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conclusion and future work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User login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Restaurant 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Add to cart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Online payment flow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Order tracking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Profile update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26280" y="1280160"/>
            <a:ext cx="41605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709160" y="13898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412"/>
                </a:solidFill>
              </a:rPr>
              <a:t>Conclusion and future work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783080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Completed the full UI/UX cycle from research to a tested prototype. Navigation, discovery, checkout and tracking are simpler and clearer.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2"/>
                </a:solidFill>
              </a:rPr>
              <a:t>Future: backend integration, live GPS tracking, AI recommendations, Android / iOS apps.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4A3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E3D0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Sheik Abdullah · Foodie – UI/UX Internship</a:t>
            </a:r>
            <a:endParaRPr lang="en-US" sz="1400" dirty="0"/>
          </a:p>
        </p:txBody>
      </p:sp>
      <p:pic>
        <p:nvPicPr>
          <p:cNvPr id="5" name="Image 0" descr="hom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822960"/>
            <a:ext cx="2139696" cy="3291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odie">
  <a:themeElements>
    <a:clrScheme name="Foodie">
      <a:dk1>
        <a:srgbClr val="2B1A12"/>
      </a:dk1>
      <a:lt1>
        <a:srgbClr val="FFFFFF"/>
      </a:lt1>
      <a:dk2>
        <a:srgbClr val="4A2412"/>
      </a:dk2>
      <a:lt2>
        <a:srgbClr val="FFF1E8"/>
      </a:lt2>
      <a:accent1>
        <a:srgbClr val="F26B21"/>
      </a:accent1>
      <a:accent2>
        <a:srgbClr val="B93A0B"/>
      </a:accent2>
      <a:accent3>
        <a:srgbClr val="2E9E5B"/>
      </a:accent3>
      <a:accent4>
        <a:srgbClr val="F5A25D"/>
      </a:accent4>
      <a:accent5>
        <a:srgbClr val="7A4A32"/>
      </a:accent5>
      <a:accent6>
        <a:srgbClr val="E8E1DC"/>
      </a:accent6>
      <a:hlink>
        <a:srgbClr val="B93A0B"/>
      </a:hlink>
      <a:folHlink>
        <a:srgbClr val="7A4A32"/>
      </a:folHlink>
    </a:clrScheme>
    <a:fontScheme name="Food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Foodie – Internship Review</dc:title>
  <dc:subject>PptxGenJS Presentation</dc:subject>
  <dc:creator>A Sheik Abdullah</dc:creator>
  <cp:lastModifiedBy>A Sheik Abdullah</cp:lastModifiedBy>
  <cp:revision>1</cp:revision>
  <dcterms:created xsi:type="dcterms:W3CDTF">2026-10-21T12:13:43Z</dcterms:created>
  <dcterms:modified xsi:type="dcterms:W3CDTF">2026-10-21T12:13:43Z</dcterms:modified>
</cp:coreProperties>
</file>